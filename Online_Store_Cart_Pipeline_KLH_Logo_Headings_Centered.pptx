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37160"/>
            <a:ext cx="973836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ONLINE STORE CART AND ORDER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32104"/>
            <a:ext cx="97383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PROBLEM SOLVING USING PROGRAMMING (JAVA)  •  15 OCTOBER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10972800" cy="438912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118872" cy="438912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83080"/>
            <a:ext cx="98755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2368AA"/>
                </a:solidFill>
                <a:latin typeface="Aptos"/>
              </a:rPr>
              <a:t>A MENU-DRIVEN JAVA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95728"/>
            <a:ext cx="98755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2233E"/>
                </a:solidFill>
                <a:latin typeface="Aptos"/>
              </a:rPr>
              <a:t>Product browsing • Cart management • Search • Sorting • Order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46120"/>
            <a:ext cx="4846320" cy="1691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2D3746"/>
                </a:solidFill>
                <a:latin typeface="Aptos"/>
              </a:rPr>
              <a:t>PROJECT TEAM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D3746"/>
                </a:solidFill>
                <a:latin typeface="Aptos"/>
              </a:rPr>
              <a:t>Toshita Yalamanchili  |  2620030361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D3746"/>
                </a:solidFill>
                <a:latin typeface="Aptos"/>
              </a:rPr>
              <a:t>V. Mahesh  |  2620030339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4480560" cy="1645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COURSE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Problem Solving Using Programming (Java)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Course Code: 26SC1101E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57800"/>
            <a:ext cx="9692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5F6C7C"/>
                </a:solidFill>
                <a:latin typeface="Aptos"/>
              </a:rPr>
              <a:t>KL Deemed to be University  •  Bachupally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73152"/>
            <a:ext cx="749808" cy="6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37160"/>
            <a:ext cx="973836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32104"/>
            <a:ext cx="97383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6903720" cy="443484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82296" cy="44348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66294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810512"/>
            <a:ext cx="6611112" cy="386791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The Online Store Cart and Order Pipeline is a menu-driven Java console application that demonstrates core programming concepts through a simple shopping workflow. Users can view available products, add items and quantities to a cart, inspect the cart total, search products by name, sort the product catalogue by price, and place an order.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The application models products using a class and interface, stores cart quantities in a HashMap, and uses methods to separate each operation. String handling, library sorting, lambda expressions, Stream API processing, and file I/O are used to make the program modular and practical. When an order is placed, its total is appended to a text file for basic persistence.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325880"/>
            <a:ext cx="3703320" cy="192024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1325880"/>
            <a:ext cx="82296" cy="192024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1435607"/>
            <a:ext cx="34290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TECH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1810512"/>
            <a:ext cx="3410712" cy="1353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Java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Scanner • Arrays • HashMap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Streams • java.nio.file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520440"/>
            <a:ext cx="3703320" cy="224028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3520440"/>
            <a:ext cx="82296" cy="224028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2712" y="3630168"/>
            <a:ext cx="34290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KEY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4005072"/>
            <a:ext cx="3410712" cy="1673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Product listing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Add to cart and view bill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Name-based search and price sorting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Save order total to orders.txt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73152"/>
            <a:ext cx="749808" cy="6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37160"/>
            <a:ext cx="973836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UNDERSTANDING THE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32104"/>
            <a:ext cx="97383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WHY THIS PROJECT?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5349240" cy="1874519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82296" cy="1874519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5074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810512"/>
            <a:ext cx="5056631" cy="130759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A small store needs a simple way to display products, record selected quantities, calculate a bill, and keep a basic order record without a graphical interface or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303520" cy="1874519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1874519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435607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810512"/>
            <a:ext cx="5010912" cy="130759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• Present a fixed product catalogue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• Validate product IDs and quantities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• Calculate cart totals accurately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• Support search and sorting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• Save completed order totals to a 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5349240" cy="1874519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20440"/>
            <a:ext cx="82296" cy="1874519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630168"/>
            <a:ext cx="50749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INPUT → PROCESS →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005072"/>
            <a:ext cx="5056631" cy="130759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2D3746"/>
                </a:solidFill>
                <a:latin typeface="Aptos"/>
              </a:rPr>
              <a:t>INPUT: Menu choice, product ID, quantity, search text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D3746"/>
                </a:solidFill>
                <a:latin typeface="Aptos"/>
              </a:rPr>
              <a:t>PROCESS: Validate input, update cart, find/sort products, calculate total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D3746"/>
                </a:solidFill>
                <a:latin typeface="Aptos"/>
              </a:rPr>
              <a:t>OUTPUT: Product list, cart bill, search results, order confirmation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20440"/>
            <a:ext cx="5303520" cy="1874519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520440"/>
            <a:ext cx="82296" cy="1874519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363016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SCOPE &amp;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005072"/>
            <a:ext cx="5010912" cy="130759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Console-based prototype with four predefined products. It does not include user accounts, payment processing, stock management, a database, or a graphical user interface.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73152"/>
            <a:ext cx="749808" cy="6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37160"/>
            <a:ext cx="973836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CO1 | JAVA FOUNDATIONS &amp; CONSOLE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32104"/>
            <a:ext cx="97383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COURSE OUTCOME MAPPING  •  BASED ON IMPLEMENTED JAVA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078992"/>
            <a:ext cx="973836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>
                <a:solidFill>
                  <a:srgbClr val="5F6C7C"/>
                </a:solidFill>
                <a:latin typeface="Aptos"/>
              </a:rPr>
              <a:t>CO1: Translate a real-world problem into an algorithm and working Java program using primitive types, expressions and sequential console I/O.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9385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Concepts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134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Scanner for keyboard input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Variables and constants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Primitive numeric types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Console output with System.out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Where in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134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Scanner sc = new Scanner(System.in)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Product IDs, prices and quantities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readInt() for numeric input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System.out.println() for menus and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82296" cy="17373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9959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Project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708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Provides interactive menu choices and captures product IDs and quantities. Numeric input is validated by catching NumberFormatException.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73152"/>
            <a:ext cx="749808" cy="6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37160"/>
            <a:ext cx="973836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CO2 | 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32104"/>
            <a:ext cx="97383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COURSE OUTCOME MAPPING  •  BASED ON IMPLEMENTED JAVA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078992"/>
            <a:ext cx="973836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>
                <a:solidFill>
                  <a:srgbClr val="5F6C7C"/>
                </a:solidFill>
                <a:latin typeface="Aptos"/>
              </a:rPr>
              <a:t>CO2: Design control flow using selection and iteration to solve problems requiring decisions and repetition.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9385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Concepts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134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do–while loop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switch menu selection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if / else validation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for-each loop and early return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Where in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134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main(): menu repeats until choice 7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switch(choice): routes each feature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addToCart(): validates ID and quantity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showCart() / placeOrder(): handle empty cart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82296" cy="17373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9959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Project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708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Keeps the store menu running, selects the requested operation, rejects invalid entries, and prevents ordering from an empty cart.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73152"/>
            <a:ext cx="749808" cy="6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37160"/>
            <a:ext cx="973836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CO3 | METHODS &amp; DATA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32104"/>
            <a:ext cx="97383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COURSE OUTCOME MAPPING  •  BASED ON IMPLEMENTED JAVA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06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078992"/>
            <a:ext cx="973836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>
                <a:solidFill>
                  <a:srgbClr val="5F6C7C"/>
                </a:solidFill>
                <a:latin typeface="Aptos"/>
              </a:rPr>
              <a:t>CO3: Modularise solutions using methods and recursion, and store/process homogeneous data with arrays.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9385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Concepts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134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Methods for decomposition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Product[] array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Enhanced for loop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Method overloading and recursion are defined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Where in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134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showProducts(), addToCart(), search()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sortProducts(), placeOrder(), find()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Product[] products stores catalogue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Two discount() overloads and countProducts() recursion are present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82296" cy="17373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9959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Project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708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Separates features into readable methods and stores the fixed product catalogue in an array. Note: discount() and countProducts() are defined but not called in the current workflow.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73152"/>
            <a:ext cx="749808" cy="6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37160"/>
            <a:ext cx="973836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CO4 | OBJECT-ORIENTED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32104"/>
            <a:ext cx="97383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COURSE OUTCOME MAPPING  •  BASED ON IMPLEMENTED JAVA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07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078992"/>
            <a:ext cx="973836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>
                <a:solidFill>
                  <a:srgbClr val="5F6C7C"/>
                </a:solidFill>
                <a:latin typeface="Aptos"/>
              </a:rPr>
              <a:t>CO4: Model a problem domain with classes and objects, encapsulation and relationships, and use exception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9385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Concepts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134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Product class and objects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private final fields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Parameterized constructor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Identifiable interface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try–catch exception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Where in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134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Product implements Identifiable and Comparable&lt;Product&gt;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private id, name and price fields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getId(), compareTo(), toString()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NumberFormatException and IOException catches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82296" cy="17373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9959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Project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708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Represents each catalogue item as a Product object, keeps fields private, and handles invalid numeric input and file-write failures.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73152"/>
            <a:ext cx="749808" cy="6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37160"/>
            <a:ext cx="973836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CO5 | STRINGS, SORTING &amp; FILE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32104"/>
            <a:ext cx="97383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COURSE OUTCOME MAPPING  •  BASED ON IMPLEMENTED JAVA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08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078992"/>
            <a:ext cx="973836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>
                <a:solidFill>
                  <a:srgbClr val="5F6C7C"/>
                </a:solidFill>
                <a:latin typeface="Aptos"/>
              </a:rPr>
              <a:t>CO5: Process textual data, apply library algorithms for searching/sorting, and persist data using file I/O.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9385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Concepts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134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String trim() and toLowerCase()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contains() text search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StringBuilder bill construction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Arrays.sort() with Comparator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Files.writeString() and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Where in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134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search(): case-insensitive name matching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showCart(): builds bill text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sortProducts(): sorts by price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placeOrder(): appends order total to orders.txt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82296" cy="17373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9959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Project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708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Allows flexible product-name searches, orders the catalogue by price, formats a cart bill, and stores each order total in a text file.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73152"/>
            <a:ext cx="749808" cy="6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37160"/>
            <a:ext cx="973836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CO6 | COLLECTIONS &amp;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32104"/>
            <a:ext cx="97383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COURSE OUTCOME MAPPING  •  BASED ON IMPLEMENTED JAVA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09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078992"/>
            <a:ext cx="973836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0">
                <a:solidFill>
                  <a:srgbClr val="5F6C7C"/>
                </a:solidFill>
                <a:latin typeface="Aptos"/>
              </a:rPr>
              <a:t>CO6: Manage collections and express data processing declaratively using the Collections framework, lambdas and Stream pipelines.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9385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Concepts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134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HashMap&lt;Integer, Integer&gt;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getOrDefault() and put()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forEach() lambda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Stream mapToDouble() and sum()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filter(), toList(), method reference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Where in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134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cart stores product ID → quantity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cart.forEach() builds bill lines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total() uses entrySet().stream()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search() uses Arrays.stream(), filter(), toList()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82296" cy="17373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995928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Project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70832"/>
            <a:ext cx="5010912" cy="11704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Tracks quantities dynamically, calculates the cart total through a stream pipeline, and filters matching products using declarative processing.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73152"/>
            <a:ext cx="749808" cy="6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37160"/>
            <a:ext cx="973836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32104"/>
            <a:ext cx="97383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OUTCOMES &amp; FUTURE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5303520" cy="42519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82296" cy="42519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WHAT THE PROJECT ACHIEVES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810512"/>
            <a:ext cx="5010912" cy="3685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Demonstrates a complete menu-driven shopping flow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Organises code into separate methods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Uses arrays, objects and a HashMap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Supports case-insensitive product search and price sorting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Calculates totals and saves order totals to a file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Maps practical implementation to CO1–CO6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303520" cy="42519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42519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435607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POSSIBLE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810512"/>
            <a:ext cx="5010912" cy="3685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Load products from a file instead of hard-coding them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Store full order details and timestamps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Add stock and quantity checks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Add customer details and order history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Introduce unit tests and stronger input validation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Build a GUI or connect a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06440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5F6C7C"/>
                </a:solidFill>
                <a:latin typeface="Aptos"/>
              </a:rPr>
              <a:t>The current version is a functional educational prototype; proposed enhancements are not implemented yet.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73152"/>
            <a:ext cx="749808" cy="6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37160"/>
            <a:ext cx="973836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32104"/>
            <a:ext cx="97383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PROGRAM EXECUTION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11 / 12</a:t>
            </a:r>
          </a:p>
        </p:txBody>
      </p:sp>
      <p:pic>
        <p:nvPicPr>
          <p:cNvPr id="9" name="Picture 8" descr="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522" y="1325880"/>
            <a:ext cx="9356651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172200"/>
            <a:ext cx="1097280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Observed run: product listing, search, empty-cart handling, add-to-cart, order saving and exit.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73152"/>
            <a:ext cx="749808" cy="6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37160"/>
            <a:ext cx="9738360" cy="4389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GEO-TAGGED PHOTO &amp;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32104"/>
            <a:ext cx="9738360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SUBMISSION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12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5303520" cy="27432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82296" cy="274320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GEO-TAGGED TEAM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810512"/>
            <a:ext cx="5010912" cy="21762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Insert the required team photograph with location metadata here.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Photo not provided in the submitted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303520" cy="27432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274320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435607"/>
            <a:ext cx="5029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GITHUB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810512"/>
            <a:ext cx="5010912" cy="21762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Repository URL: Not provided</a:t>
            </a:r>
          </a:p>
          <a:p>
            <a:pPr>
              <a:spcAft>
                <a:spcPts val="700"/>
              </a:spcAft>
            </a:p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Add the public or instructor-accessible GitHub link before submission.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34840"/>
            <a:ext cx="10881360" cy="123444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434840"/>
            <a:ext cx="82296" cy="123444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4544568"/>
            <a:ext cx="106070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TEAM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919472"/>
            <a:ext cx="10588752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Toshita Yalamanchili  |  2620030361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V. Mahesh  |  2620030339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73152"/>
            <a:ext cx="749808" cy="69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Store Cart and Order Pipeline - Java Project</dc:title>
  <dc:creator>Toshita Yalamanchili; V. Mahesh</dc:creator>
  <cp:lastModifiedBy>TSP MADHURI</cp:lastModifiedBy>
  <cp:revision>2</cp:revision>
  <dcterms:created xsi:type="dcterms:W3CDTF">2026-09-15T09:57:10Z</dcterms:created>
  <dcterms:modified xsi:type="dcterms:W3CDTF">2026-10-15T08:03:08Z</dcterms:modified>
  <dc:subject>Problem Solving Using Programming (Java), CO1-CO6 mapping</dc:subject>
  <cp:keywords>Java, Online Store, CO1, CO2, CO3, CO4, CO5, CO6</cp:keywords>
</cp:coreProperties>
</file>